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Elastic File System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9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(EFS)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Setup &amp; Configuration Guide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EC2 | Security Groups | EFS | Shared Storage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EFS?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13223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EFS (Elastic File System) is a fully managed, shared network file system provided by AWS.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Unlike EBS which attaches to one EC2 instance, EFS can be mounted on hundreds of EC2 instances simultaneously across multiple Availability Zones.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743200" cy="2560320"/>
          </a:xfrm>
          <a:prstGeom prst="roundRect">
            <a:avLst>
              <a:gd name="adj" fmla="val 4286"/>
            </a:avLst>
          </a:prstGeom>
          <a:solidFill>
            <a:srgbClr val="132233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EBS Volume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31089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USB Stick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person uses 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2743200" cy="2560320"/>
          </a:xfrm>
          <a:prstGeom prst="roundRect">
            <a:avLst>
              <a:gd name="adj" fmla="val 4286"/>
            </a:avLst>
          </a:prstGeom>
          <a:solidFill>
            <a:srgbClr val="132233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31089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Network Drive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accesses 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103120"/>
            <a:ext cx="2743200" cy="2560320"/>
          </a:xfrm>
          <a:prstGeom prst="roundRect">
            <a:avLst>
              <a:gd name="adj" fmla="val 4286"/>
            </a:avLst>
          </a:prstGeom>
          <a:solidFill>
            <a:srgbClr val="132233"/>
          </a:solidFill>
          <a:ln w="19050">
            <a:solidFill>
              <a:srgbClr val="8EAF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Instance Store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31089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Hard Drive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to one machine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EFS vs EBS vs Instance Store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011680" cy="41148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868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58568" y="868680"/>
            <a:ext cx="2194560" cy="41148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8" name="Text 6"/>
          <p:cNvSpPr/>
          <p:nvPr/>
        </p:nvSpPr>
        <p:spPr>
          <a:xfrm>
            <a:off x="2258568" y="868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71416" y="868680"/>
            <a:ext cx="2194560" cy="41148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0" name="Text 8"/>
          <p:cNvSpPr/>
          <p:nvPr/>
        </p:nvSpPr>
        <p:spPr>
          <a:xfrm>
            <a:off x="4471416" y="868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EBS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84264" y="868680"/>
            <a:ext cx="2194560" cy="41148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2" name="Text 10"/>
          <p:cNvSpPr/>
          <p:nvPr/>
        </p:nvSpPr>
        <p:spPr>
          <a:xfrm>
            <a:off x="6684264" y="868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Instance Store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1298448"/>
            <a:ext cx="201168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12984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58568" y="1298448"/>
            <a:ext cx="219456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2258568" y="1298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NFS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71416" y="1298448"/>
            <a:ext cx="219456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4471416" y="1298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Block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84264" y="1298448"/>
            <a:ext cx="219456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6684264" y="1298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Disk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1819656"/>
            <a:ext cx="201168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181965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58568" y="1819656"/>
            <a:ext cx="219456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2258568" y="18196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Hundreds of EC2s ✅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71416" y="1819656"/>
            <a:ext cx="219456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4471416" y="18196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EC2 only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84264" y="1819656"/>
            <a:ext cx="219456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6684264" y="18196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to one EC2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2340864"/>
            <a:ext cx="201168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" y="23408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Multi-AZ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58568" y="2340864"/>
            <a:ext cx="219456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32" name="Text 30"/>
          <p:cNvSpPr/>
          <p:nvPr/>
        </p:nvSpPr>
        <p:spPr>
          <a:xfrm>
            <a:off x="2258568" y="23408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 ✅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71416" y="2340864"/>
            <a:ext cx="219456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34" name="Text 32"/>
          <p:cNvSpPr/>
          <p:nvPr/>
        </p:nvSpPr>
        <p:spPr>
          <a:xfrm>
            <a:off x="4471416" y="23408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❌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84264" y="2340864"/>
            <a:ext cx="219456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36" name="Text 34"/>
          <p:cNvSpPr/>
          <p:nvPr/>
        </p:nvSpPr>
        <p:spPr>
          <a:xfrm>
            <a:off x="6684264" y="23408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❌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28600" y="2862072"/>
            <a:ext cx="201168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8" name="Text 36"/>
          <p:cNvSpPr/>
          <p:nvPr/>
        </p:nvSpPr>
        <p:spPr>
          <a:xfrm>
            <a:off x="228600" y="28620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Persistence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58568" y="2862072"/>
            <a:ext cx="219456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2258568" y="28620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✅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71416" y="2862072"/>
            <a:ext cx="219456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2" name="Text 40"/>
          <p:cNvSpPr/>
          <p:nvPr/>
        </p:nvSpPr>
        <p:spPr>
          <a:xfrm>
            <a:off x="4471416" y="28620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✅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684264" y="2862072"/>
            <a:ext cx="219456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4" name="Text 42"/>
          <p:cNvSpPr/>
          <p:nvPr/>
        </p:nvSpPr>
        <p:spPr>
          <a:xfrm>
            <a:off x="6684264" y="28620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 on stop ❌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28600" y="3383280"/>
            <a:ext cx="201168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46" name="Text 44"/>
          <p:cNvSpPr/>
          <p:nvPr/>
        </p:nvSpPr>
        <p:spPr>
          <a:xfrm>
            <a:off x="228600" y="3383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258568" y="3383280"/>
            <a:ext cx="219456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48" name="Text 46"/>
          <p:cNvSpPr/>
          <p:nvPr/>
        </p:nvSpPr>
        <p:spPr>
          <a:xfrm>
            <a:off x="2258568" y="3383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471416" y="3383280"/>
            <a:ext cx="219456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50" name="Text 48"/>
          <p:cNvSpPr/>
          <p:nvPr/>
        </p:nvSpPr>
        <p:spPr>
          <a:xfrm>
            <a:off x="4471416" y="3383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684264" y="3383280"/>
            <a:ext cx="219456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52" name="Text 50"/>
          <p:cNvSpPr/>
          <p:nvPr/>
        </p:nvSpPr>
        <p:spPr>
          <a:xfrm>
            <a:off x="6684264" y="3383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w/ instance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28600" y="3904488"/>
            <a:ext cx="201168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4" name="Text 52"/>
          <p:cNvSpPr/>
          <p:nvPr/>
        </p:nvSpPr>
        <p:spPr>
          <a:xfrm>
            <a:off x="228600" y="39044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Scaling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258568" y="3904488"/>
            <a:ext cx="219456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6" name="Text 54"/>
          <p:cNvSpPr/>
          <p:nvPr/>
        </p:nvSpPr>
        <p:spPr>
          <a:xfrm>
            <a:off x="2258568" y="3904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 ✅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471416" y="3904488"/>
            <a:ext cx="219456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8" name="Text 56"/>
          <p:cNvSpPr/>
          <p:nvPr/>
        </p:nvSpPr>
        <p:spPr>
          <a:xfrm>
            <a:off x="4471416" y="3904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684264" y="3904488"/>
            <a:ext cx="219456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0" name="Text 58"/>
          <p:cNvSpPr/>
          <p:nvPr/>
        </p:nvSpPr>
        <p:spPr>
          <a:xfrm>
            <a:off x="6684264" y="3904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28600" y="4425696"/>
            <a:ext cx="201168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62" name="Text 60"/>
          <p:cNvSpPr/>
          <p:nvPr/>
        </p:nvSpPr>
        <p:spPr>
          <a:xfrm>
            <a:off x="228600" y="44256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Support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258568" y="4425696"/>
            <a:ext cx="219456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64" name="Text 62"/>
          <p:cNvSpPr/>
          <p:nvPr/>
        </p:nvSpPr>
        <p:spPr>
          <a:xfrm>
            <a:off x="2258568" y="442569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only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471416" y="4425696"/>
            <a:ext cx="219456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66" name="Text 64"/>
          <p:cNvSpPr/>
          <p:nvPr/>
        </p:nvSpPr>
        <p:spPr>
          <a:xfrm>
            <a:off x="4471416" y="442569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&amp; Windows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684264" y="4425696"/>
            <a:ext cx="219456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68" name="Text 66"/>
          <p:cNvSpPr/>
          <p:nvPr/>
        </p:nvSpPr>
        <p:spPr>
          <a:xfrm>
            <a:off x="6684264" y="442569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&amp; Windows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 — Create Security Group for EFS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13223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326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📍  EC2 → Network &amp; Security → Security Groups → Create Security Group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38404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087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Configuration Settings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911096"/>
            <a:ext cx="3657600" cy="45720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0" name="Shape 8"/>
          <p:cNvSpPr/>
          <p:nvPr/>
        </p:nvSpPr>
        <p:spPr>
          <a:xfrm>
            <a:off x="3950208" y="1911096"/>
            <a:ext cx="4919472" cy="45720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1109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41648" y="191109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EFS-Demo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386584"/>
            <a:ext cx="36576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Shape 12"/>
          <p:cNvSpPr/>
          <p:nvPr/>
        </p:nvSpPr>
        <p:spPr>
          <a:xfrm>
            <a:off x="3950208" y="2386584"/>
            <a:ext cx="4919472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8658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41648" y="238658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Group for EFS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862072"/>
            <a:ext cx="3657600" cy="45720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3950208" y="2862072"/>
            <a:ext cx="4919472" cy="45720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8620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VPC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41648" y="28620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VPC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520440"/>
            <a:ext cx="8595360" cy="1280160"/>
          </a:xfrm>
          <a:prstGeom prst="roundRect">
            <a:avLst>
              <a:gd name="adj" fmla="val 7143"/>
            </a:avLst>
          </a:prstGeom>
          <a:solidFill>
            <a:srgbClr val="0A2A1A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  Result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Group </a:t>
            </a:r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EFS-Demo</a:t>
            </a:r>
            <a:pPr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created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This group will be attached to EFS mount targets across all Availability Zones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 — Create EFS File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91440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13223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9509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Navigate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21615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Console → Search EFS → Click "File Systems" → Click "Create File System"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764792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1719072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132233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755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020824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Name empty → Select Default VPC → Click "Customize"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569464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2523744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13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System Settings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825496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all settings as default → Click Next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374136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3328416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132233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364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 Settings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63016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each AZ → Change Security Group to "EFS-Demo"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(ap-south-1a, ap-south-1b, ap-south-1c)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178808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68680" y="4133088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132233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1696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&amp; Create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43484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File System Policy as default → Click Next → Click "Create"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EFS Network Settings — Security Group per AZ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13223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326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📍  EFS → Create File System → Customize → Network Tab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3200400" cy="41148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Availability Zone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1508760"/>
            <a:ext cx="3200400" cy="41148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Group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1508760"/>
            <a:ext cx="2103120" cy="41148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Purpose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938528"/>
            <a:ext cx="3200400" cy="47548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93852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ap-south-1a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20440" y="1938528"/>
            <a:ext cx="3200400" cy="47548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93852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EFS-Demo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938528"/>
            <a:ext cx="2103120" cy="47548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93852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 1 Mount Target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441448"/>
            <a:ext cx="32004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4414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ap-south-1b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20440" y="2441448"/>
            <a:ext cx="32004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24414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EFS-Demo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2441448"/>
            <a:ext cx="210312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24414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 2 Mount Target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2944368"/>
            <a:ext cx="3200400" cy="47548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9443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ap-south-1c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20440" y="2944368"/>
            <a:ext cx="3200400" cy="47548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29443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EFS-Demo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2944368"/>
            <a:ext cx="2103120" cy="47548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294436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 3 Mount Target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365760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1A2A1A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⚠️  Important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4023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EFS must use the EFS-Demo Security Group across ALL Availability Zones to ensure proper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access when EC2 instances from different AZs connect to the shared file system.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 — Launch EC2 Instance A  (AZ: ap-south-1a)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38404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Instance Configuration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16736"/>
            <a:ext cx="3200400" cy="38404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8" name="Shape 6"/>
          <p:cNvSpPr/>
          <p:nvPr/>
        </p:nvSpPr>
        <p:spPr>
          <a:xfrm>
            <a:off x="3493008" y="1316736"/>
            <a:ext cx="5376672" cy="38404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1673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84448" y="131673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EFS-InstanceA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719072"/>
            <a:ext cx="32004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Shape 10"/>
          <p:cNvSpPr/>
          <p:nvPr/>
        </p:nvSpPr>
        <p:spPr>
          <a:xfrm>
            <a:off x="3493008" y="1719072"/>
            <a:ext cx="5376672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71907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84448" y="171907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Linux 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3200400" cy="38404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3493008" y="2121408"/>
            <a:ext cx="5376672" cy="38404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1214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Instance Type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84448" y="212140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t2.micro (Free Tier)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2523744"/>
            <a:ext cx="32004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Shape 18"/>
          <p:cNvSpPr/>
          <p:nvPr/>
        </p:nvSpPr>
        <p:spPr>
          <a:xfrm>
            <a:off x="3493008" y="2523744"/>
            <a:ext cx="5376672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523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Pair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84448" y="252374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Proceed without Key Pair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3200400" cy="38404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24" name="Shape 22"/>
          <p:cNvSpPr/>
          <p:nvPr/>
        </p:nvSpPr>
        <p:spPr>
          <a:xfrm>
            <a:off x="3493008" y="2926080"/>
            <a:ext cx="5376672" cy="38404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9260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VPC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84448" y="292608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VPC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3328416"/>
            <a:ext cx="32004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Shape 26"/>
          <p:cNvSpPr/>
          <p:nvPr/>
        </p:nvSpPr>
        <p:spPr>
          <a:xfrm>
            <a:off x="3493008" y="3328416"/>
            <a:ext cx="5376672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32841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Subnet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584448" y="332841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ap-south-1a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74320" y="3730752"/>
            <a:ext cx="3200400" cy="38404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32" name="Shape 30"/>
          <p:cNvSpPr/>
          <p:nvPr/>
        </p:nvSpPr>
        <p:spPr>
          <a:xfrm>
            <a:off x="3493008" y="3730752"/>
            <a:ext cx="5376672" cy="38404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730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Mount Point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584448" y="373075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/mnt/efs/fs1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74320" y="416052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32233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1879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 Click "Edit" in Network Settings to configure VPC/Subnet, then scroll to "Configure Storage" → "Add Shared File System"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4 — Launch EC2 Instance B  (AZ: ap-south-1b)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38404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Instance Configuration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16736"/>
            <a:ext cx="3200400" cy="38404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8" name="Shape 6"/>
          <p:cNvSpPr/>
          <p:nvPr/>
        </p:nvSpPr>
        <p:spPr>
          <a:xfrm>
            <a:off x="3493008" y="1316736"/>
            <a:ext cx="5376672" cy="38404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1673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84448" y="131673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EFS-InstanceB  ⚠️ (NOT InstanceA again)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19072"/>
            <a:ext cx="32004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Shape 10"/>
          <p:cNvSpPr/>
          <p:nvPr/>
        </p:nvSpPr>
        <p:spPr>
          <a:xfrm>
            <a:off x="3493008" y="1719072"/>
            <a:ext cx="5376672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71907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84448" y="171907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Linux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3200400" cy="38404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3493008" y="2121408"/>
            <a:ext cx="5376672" cy="38404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1214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Instance Type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84448" y="212140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t2.micro (Free Tier)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523744"/>
            <a:ext cx="32004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Shape 18"/>
          <p:cNvSpPr/>
          <p:nvPr/>
        </p:nvSpPr>
        <p:spPr>
          <a:xfrm>
            <a:off x="3493008" y="2523744"/>
            <a:ext cx="5376672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523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Pair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84448" y="252374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Proceed without Key Pair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3200400" cy="38404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24" name="Shape 22"/>
          <p:cNvSpPr/>
          <p:nvPr/>
        </p:nvSpPr>
        <p:spPr>
          <a:xfrm>
            <a:off x="3493008" y="2926080"/>
            <a:ext cx="5376672" cy="38404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9260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VPC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84448" y="292608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VPC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328416"/>
            <a:ext cx="32004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Shape 26"/>
          <p:cNvSpPr/>
          <p:nvPr/>
        </p:nvSpPr>
        <p:spPr>
          <a:xfrm>
            <a:off x="3493008" y="3328416"/>
            <a:ext cx="5376672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32841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Subnet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84448" y="332841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ap-south-1b  (Different AZ from Instance A)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730752"/>
            <a:ext cx="3200400" cy="38404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32" name="Shape 30"/>
          <p:cNvSpPr/>
          <p:nvPr/>
        </p:nvSpPr>
        <p:spPr>
          <a:xfrm>
            <a:off x="3493008" y="3730752"/>
            <a:ext cx="5376672" cy="384048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730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Group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84448" y="373075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launch-wizard-1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133088"/>
            <a:ext cx="32004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6" name="Shape 34"/>
          <p:cNvSpPr/>
          <p:nvPr/>
        </p:nvSpPr>
        <p:spPr>
          <a:xfrm>
            <a:off x="3493008" y="4133088"/>
            <a:ext cx="5376672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1330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AF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Mount Point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84448" y="413308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/mnt/efs/fs1  (Same as Instance A)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5 — Verify EFS Shared Storage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4160520" cy="2240280"/>
          </a:xfrm>
          <a:prstGeom prst="roundRect">
            <a:avLst>
              <a:gd name="adj" fmla="val 4082"/>
            </a:avLst>
          </a:prstGeom>
          <a:solidFill>
            <a:srgbClr val="132233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🖥️  EFS-InstanceA  (ap-south-1a)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307592"/>
            <a:ext cx="4069080" cy="173736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53312"/>
            <a:ext cx="3886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ls /mnt/efs/fs1
</a:t>
            </a:r>
            <a:pPr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(empty)
</a:t>
            </a:r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echo "hello world" &gt; /mnt/efs/fs1/hello.txt
</a:t>
            </a:r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 /mnt/efs/fs1/hello.txt
</a:t>
            </a:r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 world ✅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07408" y="2029968"/>
            <a:ext cx="320040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73168" y="914400"/>
            <a:ext cx="4160520" cy="2240280"/>
          </a:xfrm>
          <a:prstGeom prst="roundRect">
            <a:avLst>
              <a:gd name="adj" fmla="val 4082"/>
            </a:avLst>
          </a:prstGeom>
          <a:solidFill>
            <a:srgbClr val="132233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🖥️  EFS-InstanceB  (ap-south-1b)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18888" y="1307592"/>
            <a:ext cx="4069080" cy="173736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14" name="Text 12"/>
          <p:cNvSpPr/>
          <p:nvPr/>
        </p:nvSpPr>
        <p:spPr>
          <a:xfrm>
            <a:off x="4910328" y="1353312"/>
            <a:ext cx="3886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 /mnt/efs/fs1/hello.txt
</a:t>
            </a:r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 world ✅
</a:t>
            </a:r>
            <a:pPr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Same file visible!
</a:t>
            </a:r>
            <a:pPr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EFS shares across AZs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" y="3337560"/>
            <a:ext cx="8778240" cy="1463040"/>
          </a:xfrm>
          <a:prstGeom prst="roundRect">
            <a:avLst>
              <a:gd name="adj" fmla="val 6250"/>
            </a:avLst>
          </a:prstGeom>
          <a:solidFill>
            <a:srgbClr val="0A1A2A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🎉  Key Takeaway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file created on Instance A (ap-south-1a) is immediately visible on Instance B (ap-south-1b)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because both instances are connected to the same EFS File System — this is the power of EFS Shared Storage!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EFS Architecture — Visual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3840480"/>
          </a:xfrm>
          <a:prstGeom prst="roundRect">
            <a:avLst>
              <a:gd name="adj" fmla="val 3571"/>
            </a:avLst>
          </a:prstGeom>
          <a:solidFill>
            <a:srgbClr val="132233"/>
          </a:solidFill>
          <a:ln w="12700">
            <a:solidFill>
              <a:srgbClr val="8EAFC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ap-south-1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0D1B2A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9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Zone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9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ap-south-1a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9202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3223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938528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🖥️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EFS-InstanceA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137160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0D1B2A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417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Zone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ap-south-1b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19202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3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938528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🖥️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EFS-InstanceB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94560" y="3127248"/>
            <a:ext cx="0" cy="530352"/>
          </a:xfrm>
          <a:prstGeom prst="line">
            <a:avLst/>
          </a:prstGeom>
          <a:noFill/>
          <a:ln w="25400">
            <a:solidFill>
              <a:srgbClr val="1B9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3127248"/>
            <a:ext cx="0" cy="530352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365760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0A2A20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367588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📁  EFS File System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/mnt/efs/fs1  (Shared Storage)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94560" y="3657600"/>
            <a:ext cx="822960" cy="0"/>
          </a:xfrm>
          <a:prstGeom prst="line">
            <a:avLst/>
          </a:prstGeom>
          <a:noFill/>
          <a:ln w="19050">
            <a:solidFill>
              <a:srgbClr val="1B9AA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126480" y="3657600"/>
            <a:ext cx="822960" cy="0"/>
          </a:xfrm>
          <a:prstGeom prst="line">
            <a:avLst/>
          </a:prstGeom>
          <a:noFill/>
          <a:ln w="19050">
            <a:solidFill>
              <a:srgbClr val="06D6A0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Corrections Made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206240" cy="38404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Shape 4"/>
          <p:cNvSpPr/>
          <p:nvPr/>
        </p:nvSpPr>
        <p:spPr>
          <a:xfrm>
            <a:off x="4526280" y="868680"/>
            <a:ext cx="4343400" cy="38404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686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Version 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26280" y="8686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Corrected Version 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71016"/>
            <a:ext cx="4206240" cy="59436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271016"/>
            <a:ext cx="4343400" cy="59436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27101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instance name EFS-InstanceA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1271016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Should be EFS-InstanceB (different AZ)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883664"/>
            <a:ext cx="420624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1883664"/>
            <a:ext cx="43434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88366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Proceed Key pair without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17720" y="1883664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Proceed without Key Pair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496312"/>
            <a:ext cx="4206240" cy="59436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4526280" y="2496312"/>
            <a:ext cx="4343400" cy="59436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49631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launch-wizard2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17720" y="249631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launch-wizard-1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108960"/>
            <a:ext cx="420624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Shape 20"/>
          <p:cNvSpPr/>
          <p:nvPr/>
        </p:nvSpPr>
        <p:spPr>
          <a:xfrm>
            <a:off x="4526280" y="3108960"/>
            <a:ext cx="43434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1089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on EDIT (To enable File Systems)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17720" y="310896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"Edit" in Network Settings to configure VPC &amp; Subnet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721608"/>
            <a:ext cx="4206240" cy="59436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26" name="Shape 24"/>
          <p:cNvSpPr/>
          <p:nvPr/>
        </p:nvSpPr>
        <p:spPr>
          <a:xfrm>
            <a:off x="4526280" y="3721608"/>
            <a:ext cx="4343400" cy="59436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72160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Share File System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17720" y="372160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Shared File System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334256"/>
            <a:ext cx="420624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Shape 28"/>
          <p:cNvSpPr/>
          <p:nvPr/>
        </p:nvSpPr>
        <p:spPr>
          <a:xfrm>
            <a:off x="4526280" y="4334256"/>
            <a:ext cx="43434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33425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Existing Group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17720" y="4334256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Existing Security Group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 — EFS vs EBS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657600" cy="41148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0" y="914400"/>
            <a:ext cx="2286000" cy="41148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914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EBS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914400"/>
            <a:ext cx="2286000" cy="4114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914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344168"/>
            <a:ext cx="365760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3441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across instances?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1344168"/>
            <a:ext cx="228600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13441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No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344168"/>
            <a:ext cx="228600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3441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Yes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865376"/>
            <a:ext cx="36576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8653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AZs?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23360" y="1865376"/>
            <a:ext cx="2286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18653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1865376"/>
            <a:ext cx="2286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8653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Yes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386584"/>
            <a:ext cx="365760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3865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visible on both instances?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23360" y="2386584"/>
            <a:ext cx="228600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0" y="2386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No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2386584"/>
            <a:ext cx="228600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386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Yes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2907792"/>
            <a:ext cx="36576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9077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Scaling?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23360" y="2907792"/>
            <a:ext cx="2286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4023360" y="29077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Manual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2907792"/>
            <a:ext cx="2286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29077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Automatic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3429000"/>
            <a:ext cx="365760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Support?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023360" y="3429000"/>
            <a:ext cx="228600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38" name="Text 36"/>
          <p:cNvSpPr/>
          <p:nvPr/>
        </p:nvSpPr>
        <p:spPr>
          <a:xfrm>
            <a:off x="402336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&amp; Windows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0" y="3429000"/>
            <a:ext cx="2286000" cy="50292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only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3950208"/>
            <a:ext cx="36576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39502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Cost?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023360" y="3950208"/>
            <a:ext cx="2286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4" name="Text 42"/>
          <p:cNvSpPr/>
          <p:nvPr/>
        </p:nvSpPr>
        <p:spPr>
          <a:xfrm>
            <a:off x="4023360" y="39502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0" y="3950208"/>
            <a:ext cx="2286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39502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(3x gp2)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74320" y="438912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0A1A2A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4165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🔑  Rule: One EC2 needs storage → Use EBS ✅   |   Multiple EC2s need SAME storage across AZs → Use EFS ✅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EFS Setup Complete! 🎉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have successfully: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5603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Created EFS-Demo Security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290779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Created EFS File System across 3 Availability Zones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325526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Launched EFS-InstanceA in ap-south-1a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3602736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Launched EFS-InstanceB in ap-south-1b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39502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Verified Shared Storage across instances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EC2 &amp; EFS Guide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EFS - Elastic File System Guide</dc:title>
  <dc:subject>PptxGenJS Presentation</dc:subject>
  <dc:creator>PptxGenJS</dc:creator>
  <cp:lastModifiedBy>PptxGenJS</cp:lastModifiedBy>
  <cp:revision>1</cp:revision>
  <dcterms:created xsi:type="dcterms:W3CDTF">2026-05-08T09:12:55Z</dcterms:created>
  <dcterms:modified xsi:type="dcterms:W3CDTF">2026-05-08T09:12:55Z</dcterms:modified>
</cp:coreProperties>
</file>