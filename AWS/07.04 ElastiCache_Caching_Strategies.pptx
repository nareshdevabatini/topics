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09728" cy="67116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640080"/>
            <a:ext cx="2560320" cy="2560320"/>
          </a:xfrm>
          <a:prstGeom prst="ellipse">
            <a:avLst/>
          </a:prstGeom>
          <a:solidFill>
            <a:srgbClr val="1A2F45"/>
          </a:solidFill>
          <a:ln w="381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008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ElastiCache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ElastiCache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9AA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Caching Strategies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4572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Loading  |  Write Through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ElastiCache Architecture and Strategy Deep Dive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389120"/>
            <a:ext cx="1828800" cy="384048"/>
          </a:xfrm>
          <a:prstGeom prst="roundRect">
            <a:avLst>
              <a:gd name="adj" fmla="val 28571"/>
            </a:avLst>
          </a:prstGeom>
          <a:solidFill>
            <a:srgbClr val="1A2F4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3891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4389120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A2F4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43891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Integration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4389120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A2F4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43891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Patterns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2179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Aptos, LLC  |  Cloud Infrastructure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0058400" cy="4572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0058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34440"/>
            <a:ext cx="548640" cy="54864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1704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Amazon ElastiCache?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51790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managed in-memory caching service overview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10058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194560"/>
            <a:ext cx="548640" cy="54864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1305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Lazy Loading Strategy + Code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47802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Cache-Aside pattern with Python code example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10058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154680"/>
            <a:ext cx="548640" cy="54864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0906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 Through Strategy + Code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43814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or update cache when DB is updated with Python code example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10058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114800"/>
            <a:ext cx="548640" cy="54864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05079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Comparison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43982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comparison of both caching strategies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10058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5074920"/>
            <a:ext cx="548640" cy="54864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501091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535838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and when to use each strategy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Aptos, LLC  |  ElastiCache Strategies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Amazon ElastiCache?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0058400" cy="3657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ElastiCache is a fully managed in-memory caching service by AWS. It improves application performance by storing frequently accessed data in RAM instead of fetching it from a database every time. AWS handles patching, backups, scaling, and high availability automatically.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A2F4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5120640" cy="411480"/>
          </a:xfrm>
          <a:prstGeom prst="rect">
            <a:avLst>
              <a:gd name="adj" fmla="val 26667"/>
            </a:avLst>
          </a:prstGeom>
          <a:solidFill>
            <a:srgbClr val="1B9AA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5681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Ultra-Fast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Microsecond latency - data served from RAM, not disk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92024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A2F4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1920240"/>
            <a:ext cx="5120640" cy="411480"/>
          </a:xfrm>
          <a:prstGeom prst="rect">
            <a:avLst>
              <a:gd name="adj" fmla="val 26667"/>
            </a:avLst>
          </a:prstGeom>
          <a:solidFill>
            <a:srgbClr val="1B9AAA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95681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Fully Managed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2468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handles patching, backups, scaling and monitoring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A2F4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931920"/>
            <a:ext cx="5120640" cy="411480"/>
          </a:xfrm>
          <a:prstGeom prst="rect">
            <a:avLst>
              <a:gd name="adj" fmla="val 26667"/>
            </a:avLst>
          </a:prstGeom>
          <a:solidFill>
            <a:srgbClr val="1B9AA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6849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Availability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4805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Multi-AZ replication with automatic failover support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39319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1A2F4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3931920"/>
            <a:ext cx="5120640" cy="411480"/>
          </a:xfrm>
          <a:prstGeom prst="rect">
            <a:avLst>
              <a:gd name="adj" fmla="val 26667"/>
            </a:avLst>
          </a:prstGeom>
          <a:solidFill>
            <a:srgbClr val="1B9AAA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396849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Redis + Memcached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44805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two battle-tested in-memory cache engines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Aptos, LLC  |  ElastiCache Strategies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Lazy Loading / Cache-Aside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known as: Cache-Aside  |  Lazy Population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60704"/>
            <a:ext cx="10058400" cy="3657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70432"/>
            <a:ext cx="10424160" cy="310896"/>
          </a:xfrm>
          <a:prstGeom prst="roundRect">
            <a:avLst>
              <a:gd name="adj" fmla="val 23529"/>
            </a:avLst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70432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1 - Cache HIT  (Data exists in Cache - Fast Response)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55448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E8871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819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8928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requests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from cache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17830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--&gt;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0" y="155448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1B9AAA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5819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ElastiCache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18928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HIT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95160" y="17830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--&gt;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63840" y="155448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E8871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15819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18928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- FAST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542032"/>
            <a:ext cx="10424160" cy="310896"/>
          </a:xfrm>
          <a:prstGeom prst="roundRect">
            <a:avLst>
              <a:gd name="adj" fmla="val 23529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542032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2 - Cache MISS  (3 Round Trips - Slow First Request)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E8871A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95351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2644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ElastiCache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0" y="3182112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--&gt;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017520" y="29260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AA2222"/>
          </a:solidFill>
          <a:ln/>
        </p:spPr>
      </p:sp>
      <p:sp>
        <p:nvSpPr>
          <p:cNvPr id="27" name="Text 25"/>
          <p:cNvSpPr/>
          <p:nvPr/>
        </p:nvSpPr>
        <p:spPr>
          <a:xfrm>
            <a:off x="3017520" y="295351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ElastiCache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32644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MISS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Found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32120" y="3182112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--&gt;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715000" y="29260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A56A0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0" y="295351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RDS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15000" y="32644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3182112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--&gt;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412480" y="29260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B9AAA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295351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ElastiCache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32644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Write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886200"/>
            <a:ext cx="10424160" cy="347472"/>
          </a:xfrm>
          <a:prstGeom prst="roundRect">
            <a:avLst>
              <a:gd name="adj" fmla="val 26316"/>
            </a:avLst>
          </a:prstGeom>
          <a:solidFill>
            <a:srgbClr val="FFF0F0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904488"/>
            <a:ext cx="10241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Miss Penalty: App asks Cache (miss) --&gt; reads from DB --&gt; writes to Cache --&gt; returns data  =  3 round trips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Aptos, LLC  |  ElastiCache Strategies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Lazy Loading - Python Code Example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058400" cy="3657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1B9AA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Code Works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3840480" cy="1170432"/>
          </a:xfrm>
          <a:prstGeom prst="roundRect">
            <a:avLst>
              <a:gd name="adj" fmla="val 7813"/>
            </a:avLst>
          </a:prstGeom>
          <a:solidFill>
            <a:srgbClr val="1A2F4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3840480" cy="329184"/>
          </a:xfrm>
          <a:prstGeom prst="rect">
            <a:avLst>
              <a:gd name="adj" fmla="val 27778"/>
            </a:avLst>
          </a:prstGeom>
          <a:solidFill>
            <a:srgbClr val="0D3344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4996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1 - Check Cache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84708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= cache.get(user_id)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first checks ElastiCache for the user record.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24912"/>
            <a:ext cx="3840480" cy="1170432"/>
          </a:xfrm>
          <a:prstGeom prst="roundRect">
            <a:avLst>
              <a:gd name="adj" fmla="val 7813"/>
            </a:avLst>
          </a:prstGeom>
          <a:solidFill>
            <a:srgbClr val="1A2F4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724912"/>
            <a:ext cx="3840480" cy="329184"/>
          </a:xfrm>
          <a:prstGeom prst="rect">
            <a:avLst>
              <a:gd name="adj" fmla="val 27778"/>
            </a:avLst>
          </a:prstGeom>
          <a:solidFill>
            <a:srgbClr val="0D3344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7614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2 - Cache Miss Path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0896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record is None: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record = db.query(...)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cache.set(user_id, record)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found - query DB, then populate cache.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986784"/>
            <a:ext cx="3840480" cy="1170432"/>
          </a:xfrm>
          <a:prstGeom prst="roundRect">
            <a:avLst>
              <a:gd name="adj" fmla="val 7813"/>
            </a:avLst>
          </a:prstGeom>
          <a:solidFill>
            <a:srgbClr val="1A2F4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986784"/>
            <a:ext cx="3840480" cy="329184"/>
          </a:xfrm>
          <a:prstGeom prst="rect">
            <a:avLst>
              <a:gd name="adj" fmla="val 27778"/>
            </a:avLst>
          </a:prstGeom>
          <a:solidFill>
            <a:srgbClr val="0D3344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4023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3 - Cache Hit Path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37083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record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found in cache - return immediately. No DB call needed.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5248656"/>
            <a:ext cx="3840480" cy="1170432"/>
          </a:xfrm>
          <a:prstGeom prst="roundRect">
            <a:avLst>
              <a:gd name="adj" fmla="val 7813"/>
            </a:avLst>
          </a:prstGeom>
          <a:solidFill>
            <a:srgbClr val="1A2F4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5248656"/>
            <a:ext cx="3840480" cy="329184"/>
          </a:xfrm>
          <a:prstGeom prst="rect">
            <a:avLst>
              <a:gd name="adj" fmla="val 27778"/>
            </a:avLst>
          </a:prstGeom>
          <a:solidFill>
            <a:srgbClr val="0D3344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52852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4 - App Call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563270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= get_user(17)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Caller simply calls the function - caching is handled internally.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914400"/>
            <a:ext cx="6400800" cy="457200"/>
          </a:xfrm>
          <a:prstGeom prst="roundRect">
            <a:avLst>
              <a:gd name="adj" fmla="val 20000"/>
            </a:avLst>
          </a:prstGeom>
          <a:solidFill>
            <a:srgbClr val="2D2D44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914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 -  Lazy Loading (Cache-Aside)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89120" y="1444752"/>
            <a:ext cx="6400800" cy="5047488"/>
          </a:xfrm>
          <a:prstGeom prst="roundRect">
            <a:avLst>
              <a:gd name="adj" fmla="val 2174"/>
            </a:avLst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536192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get_user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(user_id):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1865376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Check the cache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2194560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 </a:t>
            </a:r>
            <a:pPr indent="0" marL="0">
              <a:buNone/>
            </a:pPr>
            <a:r>
              <a:rPr lang="en-US" sz="13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cache.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(user_id)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0" y="2523744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record </a:t>
            </a:r>
            <a:pPr indent="0" marL="0">
              <a:buNone/>
            </a:pPr>
            <a:r>
              <a:rPr lang="en-US" sz="1300" b="1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None: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2852928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Run a DB query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0" y="3182112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record </a:t>
            </a:r>
            <a:pPr indent="0" marL="0">
              <a:buNone/>
            </a:pPr>
            <a:r>
              <a:rPr lang="en-US" sz="13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db.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("select * from users where id = ?", user_id)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0" y="3511296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Populate the cache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0" y="3840480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cache.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(user_id, record)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0" y="4169664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record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0" y="4498848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0" y="4828032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record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0" y="5157216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0" y="5486400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 code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0" y="5815584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</a:t>
            </a:r>
            <a:pPr indent="0" marL="0">
              <a:buNone/>
            </a:pPr>
            <a:r>
              <a:rPr lang="en-US" sz="13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get_user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(17)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Aptos, LLC  |  ElastiCache Strategies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Lazy Loading - Pros and Cons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0058400" cy="3657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32688"/>
            <a:ext cx="5120640" cy="438912"/>
          </a:xfrm>
          <a:prstGeom prst="roundRect">
            <a:avLst>
              <a:gd name="adj" fmla="val 20833"/>
            </a:avLst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3268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1A2F4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63040"/>
            <a:ext cx="5120640" cy="411480"/>
          </a:xfrm>
          <a:prstGeom prst="rect">
            <a:avLst>
              <a:gd name="adj" fmla="val 26667"/>
            </a:avLst>
          </a:prstGeom>
          <a:solidFill>
            <a:srgbClr val="1A4A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996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Requested Data is Cached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is never filled with unused or irrelevant data. Stays lean and memory-efficient at all times.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1A2F4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749040"/>
            <a:ext cx="5120640" cy="411480"/>
          </a:xfrm>
          <a:prstGeom prst="rect">
            <a:avLst>
              <a:gd name="adj" fmla="val 26667"/>
            </a:avLst>
          </a:prstGeom>
          <a:solidFill>
            <a:srgbClr val="1A4A2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856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 Failures are Not Fatal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cache node fails, the application still works. There is just increased latency to re-warm the cache back up.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932688"/>
            <a:ext cx="5120640" cy="438912"/>
          </a:xfrm>
          <a:prstGeom prst="roundRect">
            <a:avLst>
              <a:gd name="adj" fmla="val 20833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93268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60720" y="1463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1A2F45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1463040"/>
            <a:ext cx="5120640" cy="411480"/>
          </a:xfrm>
          <a:prstGeom prst="rect">
            <a:avLst>
              <a:gd name="adj" fmla="val 26667"/>
            </a:avLst>
          </a:prstGeom>
          <a:solidFill>
            <a:srgbClr val="4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4996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1965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Cache Miss Penalty - 3 Round Trips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2423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request for any data is always slow. App asks Cache (miss), reads from DB, writes to Cache, then returns data to user.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60720" y="3749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1A2F45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3749040"/>
            <a:ext cx="5120640" cy="411480"/>
          </a:xfrm>
          <a:prstGeom prst="rect">
            <a:avLst>
              <a:gd name="adj" fmla="val 26667"/>
            </a:avLst>
          </a:prstGeom>
          <a:solidFill>
            <a:srgbClr val="4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37856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4251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Stale Data Risk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4709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can be updated in RDS but remain outdated in the cache. Cache is not automatically updated when DB changes.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Aptos, LLC  |  ElastiCache Strategies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 Through Strategy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or Update cache whenever the database is updated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60704"/>
            <a:ext cx="10058400" cy="3657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70432"/>
            <a:ext cx="10424160" cy="310896"/>
          </a:xfrm>
          <a:prstGeom prst="roundRect">
            <a:avLst>
              <a:gd name="adj" fmla="val 23529"/>
            </a:avLst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70432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- Cache HIT  (Always fresh - reads are always quick)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55448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E8871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819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8928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requests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from cache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17830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--&gt;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9120" y="155448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1B9AAA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5819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ElastiCache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18928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HIT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Fresh!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95160" y="17830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--&gt;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63840" y="155448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E8871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158191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18928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- FAST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542032"/>
            <a:ext cx="10424160" cy="310896"/>
          </a:xfrm>
          <a:prstGeom prst="roundRect">
            <a:avLst>
              <a:gd name="adj" fmla="val 23529"/>
            </a:avLst>
          </a:prstGeom>
          <a:solidFill>
            <a:srgbClr val="1A56A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542032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 - 2 Calls Required  (Write Penalty - each write needs 2 operations)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E8871A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95351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2644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writes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0" y="3182112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A0"/>
                </a:solidFill>
              </a:rPr>
              <a:t>--&gt;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017520" y="29260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A56A0"/>
          </a:solidFill>
          <a:ln/>
        </p:spPr>
      </p:sp>
      <p:sp>
        <p:nvSpPr>
          <p:cNvPr id="27" name="Text 25"/>
          <p:cNvSpPr/>
          <p:nvPr/>
        </p:nvSpPr>
        <p:spPr>
          <a:xfrm>
            <a:off x="3017520" y="295351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Amazon RDS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32644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Write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first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32120" y="3182112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A0"/>
                </a:solidFill>
              </a:rPr>
              <a:t>--&gt;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715000" y="29260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B9AAA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0" y="295351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ElastiCache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15000" y="32644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Write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3182112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A0"/>
                </a:solidFill>
              </a:rPr>
              <a:t>--&gt;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412480" y="29260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295351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32644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is now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and synced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886200"/>
            <a:ext cx="10424160" cy="347472"/>
          </a:xfrm>
          <a:prstGeom prst="roundRect">
            <a:avLst>
              <a:gd name="adj" fmla="val 26316"/>
            </a:avLst>
          </a:prstGeom>
          <a:solidFill>
            <a:srgbClr val="EBF5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904488"/>
            <a:ext cx="10241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Penalty: Every write operation requires 2 calls  -  (1) Write to DB  then  (2) Write to Cache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Aptos, LLC  |  ElastiCache Strategies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 Through - Python Code Example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058400" cy="3657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1A56A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Code Works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3840480" cy="1170432"/>
          </a:xfrm>
          <a:prstGeom prst="roundRect">
            <a:avLst>
              <a:gd name="adj" fmla="val 7813"/>
            </a:avLst>
          </a:prstGeom>
          <a:solidFill>
            <a:srgbClr val="1A2F45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3840480" cy="329184"/>
          </a:xfrm>
          <a:prstGeom prst="rect">
            <a:avLst>
              <a:gd name="adj" fmla="val 27778"/>
            </a:avLst>
          </a:prstGeom>
          <a:solidFill>
            <a:srgbClr val="0D1D3A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4996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AD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1 - Save to DB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84708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= db.query('update users ...')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first writes the updated data directly to the database.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24912"/>
            <a:ext cx="3840480" cy="1170432"/>
          </a:xfrm>
          <a:prstGeom prst="roundRect">
            <a:avLst>
              <a:gd name="adj" fmla="val 7813"/>
            </a:avLst>
          </a:prstGeom>
          <a:solidFill>
            <a:srgbClr val="1A2F45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724912"/>
            <a:ext cx="3840480" cy="329184"/>
          </a:xfrm>
          <a:prstGeom prst="rect">
            <a:avLst>
              <a:gd name="adj" fmla="val 27778"/>
            </a:avLst>
          </a:prstGeom>
          <a:solidFill>
            <a:srgbClr val="0D1D3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7614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AD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2 - Push into Cache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0896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cache.set(user_id, record)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Immediately after DB write - push the same data into ElastiCache.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986784"/>
            <a:ext cx="3840480" cy="1170432"/>
          </a:xfrm>
          <a:prstGeom prst="roundRect">
            <a:avLst>
              <a:gd name="adj" fmla="val 7813"/>
            </a:avLst>
          </a:prstGeom>
          <a:solidFill>
            <a:srgbClr val="1A2F45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986784"/>
            <a:ext cx="3840480" cy="329184"/>
          </a:xfrm>
          <a:prstGeom prst="rect">
            <a:avLst>
              <a:gd name="adj" fmla="val 27778"/>
            </a:avLst>
          </a:prstGeom>
          <a:solidFill>
            <a:srgbClr val="0D1D3A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4023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AD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3 - Return Record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37083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record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the freshly saved record. Cache is now in sync with DB.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5248656"/>
            <a:ext cx="3840480" cy="1170432"/>
          </a:xfrm>
          <a:prstGeom prst="roundRect">
            <a:avLst>
              <a:gd name="adj" fmla="val 7813"/>
            </a:avLst>
          </a:prstGeom>
          <a:solidFill>
            <a:srgbClr val="1A2F45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5248656"/>
            <a:ext cx="3840480" cy="329184"/>
          </a:xfrm>
          <a:prstGeom prst="rect">
            <a:avLst>
              <a:gd name="adj" fmla="val 27778"/>
            </a:avLst>
          </a:prstGeom>
          <a:solidFill>
            <a:srgbClr val="0D1D3A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52852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ADE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4 - App Call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563270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= save_user(17, {'name': 'Nate Dogg'})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Caller passes user_id and updated values to trigger both DB and cache update.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914400"/>
            <a:ext cx="6400800" cy="457200"/>
          </a:xfrm>
          <a:prstGeom prst="roundRect">
            <a:avLst>
              <a:gd name="adj" fmla="val 20000"/>
            </a:avLst>
          </a:prstGeom>
          <a:solidFill>
            <a:srgbClr val="2D2D44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914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 -  Write Through Strategy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89120" y="1444752"/>
            <a:ext cx="6400800" cy="5047488"/>
          </a:xfrm>
          <a:prstGeom prst="roundRect">
            <a:avLst>
              <a:gd name="adj" fmla="val 2174"/>
            </a:avLst>
          </a:prstGeom>
          <a:solidFill>
            <a:srgbClr val="1E1E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536192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save_user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(user_id, values):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1865376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2194560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Save to DB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0" y="2523744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2852928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 </a:t>
            </a:r>
            <a:pPr indent="0" marL="0">
              <a:buNone/>
            </a:pPr>
            <a:r>
              <a:rPr lang="en-US" sz="13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db.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("update users ... where id = ?", user_id, values)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0" y="3182112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0" y="3511296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Push into cache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0" y="3840480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0" y="4169664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cache.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(user_id, record)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0" y="4498848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0" y="4828032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record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0" y="5157216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0" y="5486400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 code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0" y="5815584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0" y="6144768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</a:t>
            </a:r>
            <a:pPr indent="0" marL="0">
              <a:buNone/>
            </a:pPr>
            <a:r>
              <a:rPr lang="en-US" sz="13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save_user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(17, </a:t>
            </a:r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{"name": "Nate Dogg"}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Aptos, LLC  |  ElastiCache Strategies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 Through - Pros and Cons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0058400" cy="3657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32688"/>
            <a:ext cx="5120640" cy="438912"/>
          </a:xfrm>
          <a:prstGeom prst="roundRect">
            <a:avLst>
              <a:gd name="adj" fmla="val 20833"/>
            </a:avLst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3268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1A2F4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63040"/>
            <a:ext cx="5120640" cy="411480"/>
          </a:xfrm>
          <a:prstGeom prst="rect">
            <a:avLst>
              <a:gd name="adj" fmla="val 26667"/>
            </a:avLst>
          </a:prstGeom>
          <a:solidFill>
            <a:srgbClr val="1A4A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996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in Cache is Never Stale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is always in sync with the database. Reads are always quick and fresh without any stale data risk.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1A2F4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749040"/>
            <a:ext cx="5120640" cy="411480"/>
          </a:xfrm>
          <a:prstGeom prst="rect">
            <a:avLst>
              <a:gd name="adj" fmla="val 26667"/>
            </a:avLst>
          </a:prstGeom>
          <a:solidFill>
            <a:srgbClr val="1A4A2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856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 Penalty vs Read Penalty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write requires 2 calls but reads are always fast. Prefer a write penalty over a read penalty in most apps.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932688"/>
            <a:ext cx="5120640" cy="438912"/>
          </a:xfrm>
          <a:prstGeom prst="roundRect">
            <a:avLst>
              <a:gd name="adj" fmla="val 20833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932688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60720" y="1463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1A2F45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1463040"/>
            <a:ext cx="5120640" cy="411480"/>
          </a:xfrm>
          <a:prstGeom prst="rect">
            <a:avLst>
              <a:gd name="adj" fmla="val 26667"/>
            </a:avLst>
          </a:prstGeom>
          <a:solidFill>
            <a:srgbClr val="4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4996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1965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Data Until DB is Updated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2423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only gets populated when DB is written. New nodes start with empty caches. Mitigation: combine with Lazy Loading.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60720" y="374904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1A2F45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3749040"/>
            <a:ext cx="5120640" cy="411480"/>
          </a:xfrm>
          <a:prstGeom prst="rect">
            <a:avLst>
              <a:gd name="adj" fmla="val 26667"/>
            </a:avLst>
          </a:prstGeom>
          <a:solidFill>
            <a:srgbClr val="4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0" y="378561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4251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Cache Filled With Unused Data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4709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DB write populates the cache even for data that may never be read. This wastes memory resources.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Aptos, LLC  |  ElastiCache Strategies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0058400" cy="3657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932688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1B9AAA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9326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Lazy Loading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0" y="932688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1A56A0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9326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 Through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2926080" cy="5760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481328"/>
            <a:ext cx="34747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1481328"/>
            <a:ext cx="34747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81328"/>
            <a:ext cx="2743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cache populated?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481328"/>
            <a:ext cx="3383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 cache miss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95160" y="1481328"/>
            <a:ext cx="3383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DB write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084832"/>
            <a:ext cx="2926080" cy="5760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084832"/>
            <a:ext cx="3474720" cy="5760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2084832"/>
            <a:ext cx="3474720" cy="5760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084832"/>
            <a:ext cx="2743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speed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084832"/>
            <a:ext cx="3383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after warm-up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95160" y="2084832"/>
            <a:ext cx="3383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fast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688336"/>
            <a:ext cx="2926080" cy="5760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688336"/>
            <a:ext cx="34747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2688336"/>
            <a:ext cx="34747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688336"/>
            <a:ext cx="2743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speed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2688336"/>
            <a:ext cx="3383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- 1 call only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2688336"/>
            <a:ext cx="3383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- 2 calls needed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291840"/>
            <a:ext cx="2926080" cy="5760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3291840"/>
            <a:ext cx="3474720" cy="5760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3291840"/>
            <a:ext cx="3474720" cy="5760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91840"/>
            <a:ext cx="2743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data risk?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37560" y="3291840"/>
            <a:ext cx="3383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- data can go stale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95160" y="3291840"/>
            <a:ext cx="3383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- always fresh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895344"/>
            <a:ext cx="2926080" cy="5760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0" y="3895344"/>
            <a:ext cx="34747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0" y="3895344"/>
            <a:ext cx="34747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895344"/>
            <a:ext cx="2743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miss penalty?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37560" y="3895344"/>
            <a:ext cx="3383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- 3 round trips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95160" y="3895344"/>
            <a:ext cx="3383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misses on reads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498848"/>
            <a:ext cx="2926080" cy="5760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4498848"/>
            <a:ext cx="3474720" cy="5760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9440" y="4498848"/>
            <a:ext cx="3474720" cy="5760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498848"/>
            <a:ext cx="2743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failure impact?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37560" y="4498848"/>
            <a:ext cx="3383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fatal to app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95160" y="4498848"/>
            <a:ext cx="3383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needs re-warming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5102352"/>
            <a:ext cx="2926080" cy="5760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91840" y="5102352"/>
            <a:ext cx="34747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49440" y="5102352"/>
            <a:ext cx="347472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5102352"/>
            <a:ext cx="2743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size efficiency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337560" y="5102352"/>
            <a:ext cx="3383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relevant data cached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95160" y="5102352"/>
            <a:ext cx="3383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store unused data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5705856"/>
            <a:ext cx="2926080" cy="576072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91840" y="5705856"/>
            <a:ext cx="3474720" cy="5760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49440" y="5705856"/>
            <a:ext cx="3474720" cy="576072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5705856"/>
            <a:ext cx="2743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337560" y="5705856"/>
            <a:ext cx="3383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Read-heavy workloads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95160" y="5705856"/>
            <a:ext cx="33832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Write-then-read workloads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Aptos, LLC  |  ElastiCache Strategies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0058400" cy="3657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10241280" cy="1005840"/>
          </a:xfrm>
          <a:prstGeom prst="roundRect">
            <a:avLst>
              <a:gd name="adj" fmla="val 10909"/>
            </a:avLst>
          </a:prstGeom>
          <a:solidFill>
            <a:srgbClr val="1A2F45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43000"/>
            <a:ext cx="640080" cy="640080"/>
          </a:xfrm>
          <a:prstGeom prst="ellipse">
            <a:avLst/>
          </a:prstGeom>
          <a:solidFill>
            <a:srgbClr val="1B9AA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Lazy Loading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435608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read-heavy workloads. Data is cached only on demand. Mitigate stale data risk by setting TTL on all cached items.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75688"/>
            <a:ext cx="10241280" cy="1005840"/>
          </a:xfrm>
          <a:prstGeom prst="roundRect">
            <a:avLst>
              <a:gd name="adj" fmla="val 10909"/>
            </a:avLst>
          </a:prstGeom>
          <a:solidFill>
            <a:srgbClr val="1A2F45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58568"/>
            <a:ext cx="640080" cy="640080"/>
          </a:xfrm>
          <a:prstGeom prst="ellipse">
            <a:avLst/>
          </a:prstGeom>
          <a:solidFill>
            <a:srgbClr val="1A56A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258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1671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Write Through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551176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write-then-read patterns. Cache is always fresh. Risk of wasted memory - combine with Lazy Loading to handle initial empty cache.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91256"/>
            <a:ext cx="10241280" cy="1005840"/>
          </a:xfrm>
          <a:prstGeom prst="roundRect">
            <a:avLst>
              <a:gd name="adj" fmla="val 10909"/>
            </a:avLst>
          </a:prstGeom>
          <a:solidFill>
            <a:srgbClr val="1A2F45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374136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3741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2826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Both Together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3666744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production pattern. Write Through ensures freshness. Lazy Loading handles data not yet written to the DB.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306824"/>
            <a:ext cx="10241280" cy="1005840"/>
          </a:xfrm>
          <a:prstGeom prst="roundRect">
            <a:avLst>
              <a:gd name="adj" fmla="val 10909"/>
            </a:avLst>
          </a:prstGeom>
          <a:solidFill>
            <a:srgbClr val="1A2F4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489704"/>
            <a:ext cx="640080" cy="6400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4897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43982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Always Set TTL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25880" y="4782312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Time To Live on all cached data to prevent stale entries and automatically free up memory over time.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5422392"/>
            <a:ext cx="10241280" cy="1005840"/>
          </a:xfrm>
          <a:prstGeom prst="roundRect">
            <a:avLst>
              <a:gd name="adj" fmla="val 10909"/>
            </a:avLst>
          </a:prstGeom>
          <a:solidFill>
            <a:srgbClr val="1A2F45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605272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56052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55138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 Security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5897880"/>
            <a:ext cx="9144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enable Encryption at Rest, TLS in Transit, and Redis AUTH tokens in all Production ElastiCache environments.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Aptos, LLC  |  ElastiCache Strategies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09728" cy="6711696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0" y="1188720"/>
            <a:ext cx="3291840" cy="3291840"/>
          </a:xfrm>
          <a:prstGeom prst="ellipse">
            <a:avLst/>
          </a:prstGeom>
          <a:solidFill>
            <a:srgbClr val="1A2F45"/>
          </a:solidFill>
          <a:ln w="381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118872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ElastiCache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46634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3200400" y="5468112"/>
            <a:ext cx="45720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ElastiCache Caching Strategies  |  Lazy Loading  |  Write Through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Aptos, LLC  |  Cloud Infrastructure Documentation  | 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2026-05-18T05:10:33Z</dcterms:created>
  <dcterms:modified xsi:type="dcterms:W3CDTF">2026-05-18T05:10:33Z</dcterms:modified>
</cp:coreProperties>
</file>